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Light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Montserrat Light"/>
      <p:regular r:id="rId201317"/>
    </p:embeddedFont>
    <p:embeddedFont>
      <p:font typeface="Montserrat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Retail Sales &amp; Profit Performance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Server Data Cleaning &amp; Analysis + Tableau Visualization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An end-to-end retail analytics workflow from raw data to interactive dashboard.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445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Overview &amp; Objectives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47788"/>
            <a:ext cx="693353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5996" y="2867025"/>
            <a:ext cx="3560475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analyzes retail sales and profit data using SQL Server for data preparation and analytical querying, followed by Tableau visualization.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20" y="5562203"/>
            <a:ext cx="230281" cy="2302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0433" y="5557441"/>
            <a:ext cx="30199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Inspect &amp; Clean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160433" y="5872163"/>
            <a:ext cx="30199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Check nulls, duplicates, and update missing values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3892" y="5562203"/>
            <a:ext cx="230281" cy="2302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35305" y="5557441"/>
            <a:ext cx="30199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835305" y="5872163"/>
            <a:ext cx="30199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Apply aggregate and window functions for business summaries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8763" y="5562203"/>
            <a:ext cx="230281" cy="2302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0176" y="5557441"/>
            <a:ext cx="30199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510176" y="5872163"/>
            <a:ext cx="30199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 an interactive Tableau dashboard for sales and profit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Tools &amp; Technologies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81982"/>
            <a:ext cx="3496877" cy="2462709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877344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303321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Server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404207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 inspection, cleaning, updating, and analysis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681982"/>
            <a:ext cx="3496877" cy="2462709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877344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03321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404207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SELECT, UPDATE, GROUP BY, HAVING, aggregate, and window-based analysis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681982"/>
            <a:ext cx="3496877" cy="2462709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877344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303321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Tableau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4042073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Visualization and interactive dashboarding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02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Dataset: Superstore_sql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891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retail table contains order-level records across 11 fields covering customer, geographic, product, and financial dimensions.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36379"/>
            <a:ext cx="2575357" cy="1442343"/>
          </a:xfrm>
          <a:prstGeom prst="roundRect">
            <a:avLst>
              <a:gd name="adj" fmla="val 117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3150791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 Info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3559473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Order_ID, Order_Date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425839" y="2936379"/>
            <a:ext cx="2575456" cy="1442343"/>
          </a:xfrm>
          <a:prstGeom prst="roundRect">
            <a:avLst>
              <a:gd name="adj" fmla="val 117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0245" y="3150791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640245" y="3559473"/>
            <a:ext cx="21466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Customer_Name, Segment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2936379"/>
            <a:ext cx="2575456" cy="1442343"/>
          </a:xfrm>
          <a:prstGeom prst="roundRect">
            <a:avLst>
              <a:gd name="adj" fmla="val 117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4708" y="3150791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Geography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404708" y="3559473"/>
            <a:ext cx="2146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954764" y="2936379"/>
            <a:ext cx="2575456" cy="1442343"/>
          </a:xfrm>
          <a:prstGeom prst="roundRect">
            <a:avLst>
              <a:gd name="adj" fmla="val 117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9171" y="3150791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169171" y="3559473"/>
            <a:ext cx="21466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Category, Product_Name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567734"/>
            <a:ext cx="10868745" cy="1139924"/>
          </a:xfrm>
          <a:prstGeom prst="roundRect">
            <a:avLst>
              <a:gd name="adj" fmla="val 1492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881" y="4782145"/>
            <a:ext cx="10439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Financials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75881" y="5190827"/>
            <a:ext cx="10439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Sales, Quantity, Discount, Profit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Preparation &amp; Cleaning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1746"/>
            <a:ext cx="10868745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4183991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Inspect Schema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955303" y="4855913"/>
            <a:ext cx="1642671" cy="59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Query INFORMATION_SCHEMA.COLUMNS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173680" y="3985454"/>
            <a:ext cx="1642670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Update Missing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73680" y="4657376"/>
            <a:ext cx="1642670" cy="79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UPDATE set Profit=0, Customer_Name='Unknown'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03632" y="1540259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Retrieve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403632" y="1918052"/>
            <a:ext cx="1642671" cy="397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Run SELECT * from target table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01093" y="1540259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Check Nulls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01093" y="1918052"/>
            <a:ext cx="1642670" cy="59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 CASE with aggregates to find NULLs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5980013"/>
            <a:ext cx="10868745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Key cleaning steps included: updating NULL Profit values to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replacing NULL/blank Customer_Name with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'Unknown'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and checking duplicate Order_IDs using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92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Analysis Techniques</a:t>
            </a:r>
            <a:endParaRPr lang="en-US" sz="3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87947"/>
          <a:ext cx="9143771" cy="914400"/>
        </p:xfrm>
        <a:graphic>
          <a:graphicData uri="http://schemas.openxmlformats.org/drawingml/2006/table">
            <a:tbl>
              <a:tblPr/>
              <a:tblGrid>
                <a:gridCol w="3260624"/>
                <a:gridCol w="3804061"/>
                <a:gridCol w="3804061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Technique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Example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6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SELECT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Retrieve and inspect records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* FROM Superstore_sql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Conditional null counting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NULL value checks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UPDATE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Correct missing values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Profit &amp; Customer_Name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 BY / HAVING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 and filter results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Order_ID check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Aggregate Functions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Summarize data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Business-level summaries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Window Functions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Analytical row-level calculations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3E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Retained row detail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087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Tableau Dashboard: Key Insights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1005681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160,828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1427262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129184" y="1005681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41,379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9184" y="1427262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Profit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1740991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61475" y="2162572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9184" y="1740991"/>
            <a:ext cx="540103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29184" y="2162572"/>
            <a:ext cx="5401036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Orders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9293"/>
            <a:ext cx="5311940" cy="38235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24630" y="2432645"/>
            <a:ext cx="5311940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Highlights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24630" y="2642791"/>
            <a:ext cx="5311940" cy="40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customer: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Deepak Mishra — 17,256 in sales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month: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October — 19,438; lowest: March — 7,312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Filters: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Category, Segment, Region, Quarter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3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End-to-End Workflow &amp;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70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882874"/>
            <a:ext cx="3496877" cy="254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0281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Retrieve Data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436813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Load Superstore_sql in SQL Server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15870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1882874"/>
            <a:ext cx="3496877" cy="254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0281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Inspect &amp; Clean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43681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Check schema, nulls, duplicates; update missing values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158700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1882874"/>
            <a:ext cx="3496877" cy="254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028130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43681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Apply aggregates and window functions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37234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3649266"/>
            <a:ext cx="5339820" cy="254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81347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22215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 Tableau KPIs, trends, category, and discount visuals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337234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3649266"/>
            <a:ext cx="5339820" cy="254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381347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Interact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22215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Add filters for Category, Segment, Region, and Quarter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4841081"/>
            <a:ext cx="10868745" cy="1360785"/>
          </a:xfrm>
          <a:prstGeom prst="roundRect">
            <a:avLst>
              <a:gd name="adj" fmla="val 12501"/>
            </a:avLst>
          </a:prstGeom>
          <a:solidFill>
            <a:srgbClr val="DFE1EC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08773"/>
            <a:ext cx="236234" cy="1890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75723" y="5115123"/>
            <a:ext cx="10065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demonstrates a complete retail analytics pipeline — from raw SQL Server data inspection and cleaning to an interactive Tableau dashboard answering key business questions on sales, profit, customers, and category performance.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2026-09-22T15:28:18Z</dcterms:created>
  <dcterms:modified xsi:type="dcterms:W3CDTF">2026-09-22T15:28:18Z</dcterms:modified>
</cp:coreProperties>
</file>